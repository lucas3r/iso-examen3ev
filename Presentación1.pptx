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F13AC-A859-4AE5-A8D3-633791ED6A91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D2356-9BCF-46CC-B0EB-A4D3643BB4E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415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 es la estructura detallada para tu presentación. He organizado el contenido para que cada diapositiva tenga una explicación técnica clara que acompañe a tus capturas de pantalla, garantizando que el profesor entienda el proceso lógico que has seguido.</a:t>
            </a:r>
          </a:p>
          <a:p>
            <a:r>
              <a:rPr lang="es-ES" b="1" dirty="0"/>
              <a:t>Guía de Contenido para las Diapositivas</a:t>
            </a:r>
          </a:p>
          <a:p>
            <a:r>
              <a:rPr lang="es-ES" b="1" dirty="0"/>
              <a:t>Diapositiva 1: Gestión de Almacenamiento en Windows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Texto explicativo:</a:t>
            </a:r>
            <a:r>
              <a:rPr lang="es-ES" dirty="0"/>
              <a:t> "Configuración inicial del disco virtual 'PORTABLE' (1 GB). Se ha realizado el particionado del disco creando una partición primaria FAT (200 MB) y una NTFS (300 MB), dejando 500 MB de espacio libre para su uso posterior en Linux.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607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Creación de los usuarios </a:t>
            </a:r>
            <a:r>
              <a:rPr lang="es-ES" dirty="0" err="1"/>
              <a:t>TuID</a:t>
            </a:r>
            <a:r>
              <a:rPr lang="es-ES" dirty="0"/>
              <a:t>-uno y </a:t>
            </a:r>
            <a:r>
              <a:rPr lang="es-ES" dirty="0" err="1"/>
              <a:t>TuID</a:t>
            </a:r>
            <a:r>
              <a:rPr lang="es-ES" dirty="0"/>
              <a:t>-dos. Se han configurado los permisos de seguridad (</a:t>
            </a:r>
            <a:r>
              <a:rPr lang="es-ES" dirty="0" err="1"/>
              <a:t>ACLs</a:t>
            </a:r>
            <a:r>
              <a:rPr lang="es-ES" dirty="0"/>
              <a:t>) en los directorios homónimos dentro de la partición NTFS, asegurando que cada usuario tenga control total únicamente sobre su carpeta, garantizando el aislamiento de datos sin usar denegaciones explícitas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8731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Aparece ese nombre de la maquina ya que me ocurrió un problema con el disco de 1GB que se lo comente en clase y para no perder tiempo, no lo cambie, pero al empezar el examen estaba todo correcto con sus identificadores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1007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Generación del archivo comprimido TuID-ntfs.zip que integra todos los directorios y archivos de la partición NTFS. El fichero resultante ha sido almacenado en la partición FAT para permitir la portabilidad y recuperación de datos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512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Integración del disco 'PORTABLE' en el sistema Linux </a:t>
            </a:r>
            <a:r>
              <a:rPr lang="es-ES" dirty="0" err="1"/>
              <a:t>nux-TuID</a:t>
            </a:r>
            <a:r>
              <a:rPr lang="es-ES" dirty="0"/>
              <a:t>. Se ha configurado el archivo /</a:t>
            </a:r>
            <a:r>
              <a:rPr lang="es-ES" dirty="0" err="1"/>
              <a:t>etc</a:t>
            </a:r>
            <a:r>
              <a:rPr lang="es-ES" dirty="0"/>
              <a:t>/</a:t>
            </a:r>
            <a:r>
              <a:rPr lang="es-ES" dirty="0" err="1"/>
              <a:t>fstab</a:t>
            </a:r>
            <a:r>
              <a:rPr lang="es-ES" dirty="0"/>
              <a:t> para automatizar el montaje: la partición FAT en modo lectura/escritura y la NTFS en modo solo lectura, garantizando la persistencia al reiniciar el sistema.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70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Uso del espacio libre (500 MB) para crear una partición ext4 formateada y montada en /</a:t>
            </a:r>
            <a:r>
              <a:rPr lang="es-ES" dirty="0" err="1"/>
              <a:t>mnt</a:t>
            </a:r>
            <a:r>
              <a:rPr lang="es-ES" dirty="0"/>
              <a:t>/portable. Se ha procedido a la migración del fichero TuID-ntfs.zip desde la partición FAT a este nuevo sistema de archivos nativo Linux.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7808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Desmontaje manual de las particiones FAT y NTFS mediante el comando </a:t>
            </a:r>
            <a:r>
              <a:rPr lang="es-ES" dirty="0" err="1"/>
              <a:t>umount</a:t>
            </a:r>
            <a:r>
              <a:rPr lang="es-ES" dirty="0"/>
              <a:t>. Verificación confirmada al no aparecer en la salida del sistema de montajes.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3586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Desmontaje manual de las particiones FAT y NTFS para la liberación de los puntos de montaje. Se muestra la salida del comando </a:t>
            </a:r>
            <a:r>
              <a:rPr lang="es-ES" dirty="0" err="1"/>
              <a:t>mount</a:t>
            </a:r>
            <a:r>
              <a:rPr lang="es-ES"/>
              <a:t> confirmando que los dispositivos de bloques ya no están operativos.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2356-9BCF-46CC-B0EB-A4D3643BB4E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0250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E9849-F1FD-F6EB-1FCA-259D8D747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A2C2D0-B7DF-27C7-F2E6-48EBDCAEF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D7FE13-64D8-DB9D-5F22-786AB4CF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ECE7ED-0C43-86B9-9529-F2A25F9D7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06B5DD-858C-148A-2471-54E8755B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4159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656BB-03A9-5D42-7023-601D3426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1BE51-68F6-0010-BBE5-2322E1552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71EA2E-A48F-644F-06F9-A450BCBB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73C4AD-3D7A-0E82-BEC9-EE0B7EA75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C597B1-C8D1-7E00-B112-20C556410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439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345BD-03D2-0861-B04F-E98AD8E10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841EC4-5094-4674-0343-B204F7C9B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CAC68-2B89-E2F6-DA70-14A7AD18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5F0195-1748-42E4-6363-DD9C1016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9ACEE5-F68C-2520-467D-0BA17284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683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B2DBA-A680-8D17-2968-5DD39637A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5FE40C-BF46-0BC8-7EEB-73C8AB3F6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87197F-DB92-F7B5-196C-E32ED770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B7C730-986D-1F34-25F9-397D0D53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4676C9-828D-34C4-451F-FB2B6535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6BD349-AD97-B914-FD21-818853FE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008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65FE2-5E13-D90D-F409-F5CBA94B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5C2EE0-99B0-D617-66B1-F9B236BCF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8A9A9C-7E16-416A-FC22-48E86CB6E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3E97C5-C6B6-50E8-28AA-896CC5075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D9FA80-759C-F120-EB65-A0D6E5A01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AB724E-DD9D-EA26-3C60-30D73FB5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75893F-5E98-5BEE-B313-9A61697C9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90EE292-86FA-1704-E0EB-2F3FD727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984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3B3EA-060F-1FEE-4C06-FC5D03FD4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B626D6-4074-6D5C-1430-5ECA1599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D9C8BE-E8E0-0BDF-FF17-4E06342C0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79BF45-39CF-44E1-2D3F-8C94D56F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411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CA4FFD-DAFA-B24E-47A1-C5EE9BAA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3116A1-C32A-B894-C095-51D249A7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39612-D9B5-50BE-72A4-DD4BCE7B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76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8A77C-1D3E-17CE-7B55-E7E275E4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45ADC-96F0-7131-E234-D60278C54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3D649B-970C-EC98-E7B6-32F6789D2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312D01-DBF6-DE6C-21D2-DB07AE5F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3E6D5F-0382-AB22-0FE6-E32ED167D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EC02F7-BC86-F2BA-55AF-A362C491A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76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99419-942B-FBC5-9340-382121B0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DCA7E72-960E-A2B4-5E82-C47612E2D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F7A5C4-401B-31F9-1C51-54B839EA0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F75A7D-3202-F14F-63E4-52767A080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4CBA35-A5D8-D2FD-8BFC-9B935E00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35766B-AFCD-373D-679E-804138E7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463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0D06E-0865-4B41-4D59-4A716E990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5D23F3-65CF-3C9F-13EC-8BB3DEF68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A5A0C-FB3B-4F9E-D620-67ACF153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007568-B55C-1D77-AD63-F69E496A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F277BF-86B8-E134-0C62-6C9C5B16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162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53D8DA-8A2B-98CD-48CE-0E62D0BD3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6DFD8B-A0A3-BFDE-303E-AB06299D4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BFDA52-A098-1E98-280E-7C9A24FF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28EBE8-1A62-338F-6AD7-876F1F209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115344-D50F-815A-F776-B0A7EA24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62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275406-6FF6-B0C7-E00B-3759A397B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EFEB34-EEC8-2B19-FB24-F081B141B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1C9F9A-3838-1A72-99FC-5249C699A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1E5B4-0FAA-4620-8B14-7FE781BBC28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D4B9EB-FAA2-23C0-735F-004AA3B4D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188235-1BEC-8878-8CB4-2D79A9774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71BE7-8951-4355-8A02-B263798AC47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300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2C3B95-2B34-5356-C435-DDB5514FA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731" y="193557"/>
            <a:ext cx="8070704" cy="625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01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9A3F341-4CE6-AB1D-277D-DFC0C2E9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1" y="1272209"/>
            <a:ext cx="5755869" cy="4621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DE07D8-6648-7415-A689-E59E63AD2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272210"/>
            <a:ext cx="5658678" cy="462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3A023A-E343-2439-DC10-10F9BBA86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836" y="1148019"/>
            <a:ext cx="7369651" cy="56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9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EA1F05B6-12CF-E8C6-0638-006859259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004" y="369885"/>
            <a:ext cx="7487695" cy="201005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24410F1-0C39-4FA3-8D95-93505BE4C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981" y="2492872"/>
            <a:ext cx="5836718" cy="435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14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53FE62A-FB4D-5AAB-02A0-2BF6F82F4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792" y="511665"/>
            <a:ext cx="6445484" cy="247842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259E01-6DEE-CDDE-103E-AA99E2B53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73" y="3867912"/>
            <a:ext cx="9524474" cy="147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EAE899C-8DE4-5D02-FE19-D23261185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564" y="2139697"/>
            <a:ext cx="9723111" cy="231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B340C2-7232-30EF-A43E-934A9AAAB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792" y="1746504"/>
            <a:ext cx="9300416" cy="14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10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2526D2-950D-B73E-7741-2594D496A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941" y="1370819"/>
            <a:ext cx="8364117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1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9D30B71-AD81-6638-09C7-7E8F8B0C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701" y="2340865"/>
            <a:ext cx="9058598" cy="19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01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47674C-33C0-74DD-B2EE-38D30A546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1" y="237744"/>
            <a:ext cx="5866829" cy="47091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8C08902-FCF0-17B3-26CD-8E4F7D65E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1" y="5285725"/>
            <a:ext cx="9440592" cy="11145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1DD8C9A-E08B-1EB6-BDEF-95CDDCA92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132" y="529584"/>
            <a:ext cx="6262292" cy="166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0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D4398-D2E4-5372-8713-0B4CC0C8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2B8EC5-7AE2-B5A8-A11C-03318BD52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03602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401</Words>
  <Application>Microsoft Office PowerPoint</Application>
  <PresentationFormat>Panorámica</PresentationFormat>
  <Paragraphs>19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Rivera Herrador</dc:creator>
  <cp:lastModifiedBy>Lucas Rivera Herrador</cp:lastModifiedBy>
  <cp:revision>5</cp:revision>
  <dcterms:created xsi:type="dcterms:W3CDTF">2026-05-22T09:58:31Z</dcterms:created>
  <dcterms:modified xsi:type="dcterms:W3CDTF">2026-05-22T12:07:41Z</dcterms:modified>
</cp:coreProperties>
</file>